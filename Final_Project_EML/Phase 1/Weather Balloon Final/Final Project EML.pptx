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notesMasterIdLst>
    <p:notesMasterId r:id="rId10"/>
  </p:notesMasterIdLst>
  <p:sldIdLst>
    <p:sldId id="256" r:id="rId2"/>
    <p:sldId id="257" r:id="rId3"/>
    <p:sldId id="259" r:id="rId4"/>
    <p:sldId id="261" r:id="rId5"/>
    <p:sldId id="262" r:id="rId6"/>
    <p:sldId id="258" r:id="rId7"/>
    <p:sldId id="260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94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E2EE81-277F-4360-96B4-CE5B2A1C9BF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C10207-3C63-4C3D-B92E-2A0B87076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27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C10207-3C63-4C3D-B92E-2A0B8707644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7554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67B50E4-2343-4B20-80BE-1605C97DFB16}" type="datetime1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089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DE44A-7CD8-4860-9BDC-2BE4C911F6D0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721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45300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38EAEAF-D16E-446F-97F9-D23FB245CB45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148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7160" y="6453002"/>
            <a:ext cx="1951777" cy="365125"/>
          </a:xfrm>
        </p:spPr>
        <p:txBody>
          <a:bodyPr/>
          <a:lstStyle/>
          <a:p>
            <a:fld id="{782E7A21-5BA8-4C4C-9705-3A1EA342AD8A}" type="datetime1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44578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655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73553"/>
            <a:ext cx="6655522" cy="154533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2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E73BE-5F1F-40EF-8F67-E3F24D65884D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117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4617138"/>
            <a:ext cx="7375466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8EF1-668D-4AD0-8652-1F3B3622EDC2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991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5609F-9B5B-4E29-8DB1-457A85E01A27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867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801368"/>
            <a:ext cx="7772400" cy="4572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0DE37-B9D6-425C-B79B-6C6DFFBD0DA2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9632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/>
            </a:lvl1pPr>
            <a:lvl2pPr marL="685800" indent="-4572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5B0EE-4023-4E3C-8875-10AA631453CF}" type="datetime1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73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161288"/>
            <a:ext cx="4663440" cy="155448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2825496"/>
            <a:ext cx="4663440" cy="333756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7999" y="6453002"/>
            <a:ext cx="1996689" cy="365125"/>
          </a:xfrm>
        </p:spPr>
        <p:txBody>
          <a:bodyPr/>
          <a:lstStyle/>
          <a:p>
            <a:fld id="{CE6CA204-B091-40ED-8158-331EE628B522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059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92F09-9D88-4105-92F6-7298804EAA90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6523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44F96-061D-4D71-97A2-2371A43FDE7C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2998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FE133-02A7-439F-9131-2680F754099D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409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BF7DD-C7D0-4333-B18D-CCAF5427F9DD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8795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15979-091A-4302-A385-56FC1CE52E32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8583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538937" y="6453002"/>
            <a:ext cx="3337584" cy="365125"/>
          </a:xfrm>
        </p:spPr>
        <p:txBody>
          <a:bodyPr/>
          <a:lstStyle/>
          <a:p>
            <a:fld id="{7836D543-476D-434F-B209-1A114B2E3F04}" type="datetime1">
              <a:rPr lang="en-US" smtClean="0"/>
              <a:t>3/12/2026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2374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3DD0F20-7689-42E6-8664-6AA00B79F132}" type="datetime1">
              <a:rPr lang="en-US" smtClean="0"/>
              <a:t>3/12/2026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5677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736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5736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453002"/>
            <a:ext cx="3494314" cy="365125"/>
          </a:xfrm>
        </p:spPr>
        <p:txBody>
          <a:bodyPr/>
          <a:lstStyle/>
          <a:p>
            <a:fld id="{30F2F577-5BDA-4749-9F3F-0D340DC0D6A8}" type="datetime1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3116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C9378AD-A6D7-4162-BB5C-47C49B2E145B}" type="datetime1">
              <a:rPr lang="en-US" smtClean="0"/>
              <a:t>3/12/2026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3127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453002"/>
            <a:ext cx="162277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7B65D3-547A-48A8-9F1F-13ED0B55ACC6}" type="datetime1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7690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76A7CFE7-E645-4439-AA6B-DA8CF856D63E}" type="datetime1">
              <a:rPr lang="en-US" smtClean="0"/>
              <a:t>3/12/2026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8864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453002"/>
            <a:ext cx="177202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8B2C0DB-994F-48B0-91F4-5F06C3B86E32}" type="datetime1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4314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D3F6A089-BE3E-4BB0-98EE-FDF712FF3613}" type="datetime1">
              <a:rPr lang="en-US" smtClean="0"/>
              <a:t>3/12/2026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3352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2663" y="6453002"/>
            <a:ext cx="922372" cy="365125"/>
          </a:xfrm>
        </p:spPr>
        <p:txBody>
          <a:bodyPr/>
          <a:lstStyle/>
          <a:p>
            <a:fld id="{AC101298-AE91-4071-9C72-5A98117ABE14}" type="datetime1">
              <a:rPr lang="en-US" smtClean="0"/>
              <a:t>3/12/2026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135035" y="6453002"/>
            <a:ext cx="254689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11713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1067625" cy="365125"/>
          </a:xfrm>
        </p:spPr>
        <p:txBody>
          <a:bodyPr/>
          <a:lstStyle/>
          <a:p>
            <a:fld id="{EABE4333-790C-44CD-B503-F52418ED809A}" type="datetime1">
              <a:rPr lang="en-US" smtClean="0"/>
              <a:t>3/12/2026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6197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453002"/>
            <a:ext cx="100365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2397CCD-8E49-4379-8DCB-9F17CAEDFC10}" type="datetime1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01138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146F6-C62B-441B-BAD2-D550454B4D53}" type="datetime1">
              <a:rPr lang="en-US" smtClean="0"/>
              <a:t>3/12/2026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1002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83A68-D563-4FD5-B11F-54F8D5F1E37F}" type="datetime1">
              <a:rPr lang="en-US" smtClean="0"/>
              <a:t>3/12/2026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09946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</p:spPr>
        <p:txBody>
          <a:bodyPr/>
          <a:lstStyle/>
          <a:p>
            <a:fld id="{3148FABB-02FF-476F-AB37-BDD0E354E780}" type="datetime1">
              <a:rPr lang="en-US" smtClean="0"/>
              <a:t>3/12/2026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56796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5" y="1828800"/>
            <a:ext cx="6172200" cy="442569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428D3-736A-4038-886C-8BF662AA2745}" type="datetime1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19448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8" y="2290890"/>
            <a:ext cx="4672584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1DDEB-9B85-4E99-8A3D-ABE66C6280C3}" type="datetime1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74994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1" y="2295144"/>
            <a:ext cx="3490176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65DCA-443F-4667-9ED1-418507CE45A8}" type="datetime1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02496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4" y="471830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b="0" dirty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603503"/>
            <a:ext cx="1082649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3200" b="1" dirty="0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1557D-4816-44D0-B6EE-6CAC6E30B54D}" type="datetime1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06412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F872E-5ED2-46B0-83A4-0C1AF0E0D91C}" type="datetime1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59296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4B1ECB8-9E10-D2F3-E361-7D268551E2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18575-0C6E-47B4-936E-32183810D7BF}" type="datetime1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5963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9FB5-1C86-423F-AEAA-2683840666C3}" type="datetime1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57555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CCB4E-88AF-46AC-B7C5-30308F179659}" type="datetime1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6974814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915B6-CC2A-4462-A7E5-B3080DF8F97D}" type="datetime1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5881204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8" y="5431536"/>
            <a:ext cx="9021471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188F7-A494-4EEB-A53D-2B97B1D4CD3C}" type="datetime1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19783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DECC02-1725-49EE-C93B-A4C2C4049458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BC0-1562-42E5-89A2-925CA193C8A6}" type="datetime1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8739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0041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2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376A-778D-45CF-8340-DB03B2DA6A3E}" type="datetime1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01669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775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DFF5A-622E-43FE-9EE9-BAAB78AB2046}" type="datetime1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60497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2387600"/>
            <a:ext cx="5157788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387600"/>
            <a:ext cx="5183188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5C09E-FF30-4AA0-A227-171955622259}" type="datetime1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7367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279FF-407B-4B41-9E69-DE66ED04A328}" type="datetime1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88728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3E812-757D-4139-AF81-227C72D4B544}" type="datetime1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54562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A7E1-C424-43A5-938A-12DEC0A1D59D}" type="datetime1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57253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063319" y="557784"/>
            <a:ext cx="6519080" cy="577900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C4FC2-B89B-4919-A96B-662A3584681C}" type="datetime1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38949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6" y="1847088"/>
            <a:ext cx="10888473" cy="1133856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594099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4BE51-D660-433D-AABA-154BE028E64E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0097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27961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228600" indent="0">
              <a:buNone/>
              <a:defRPr sz="2000"/>
            </a:lvl2pPr>
            <a:lvl3pPr marL="457200" indent="0">
              <a:buNone/>
              <a:defRPr sz="1800"/>
            </a:lvl3pPr>
            <a:lvl4pPr marL="685800" indent="0">
              <a:buNone/>
              <a:defRPr sz="16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1F76E-6064-4431-B5C4-29A511725BCF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9384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5EE9E671-1C83-40F7-9D33-FE8AAC7F721F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515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48" r:id="rId2"/>
    <p:sldLayoutId id="2147483750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  <p:sldLayoutId id="2147483717" r:id="rId19"/>
    <p:sldLayoutId id="2147483718" r:id="rId20"/>
    <p:sldLayoutId id="2147483719" r:id="rId21"/>
    <p:sldLayoutId id="2147483720" r:id="rId22"/>
    <p:sldLayoutId id="2147483721" r:id="rId23"/>
    <p:sldLayoutId id="2147483722" r:id="rId24"/>
    <p:sldLayoutId id="2147483723" r:id="rId25"/>
    <p:sldLayoutId id="2147483724" r:id="rId26"/>
    <p:sldLayoutId id="2147483725" r:id="rId27"/>
    <p:sldLayoutId id="2147483726" r:id="rId28"/>
    <p:sldLayoutId id="2147483727" r:id="rId29"/>
    <p:sldLayoutId id="2147483728" r:id="rId30"/>
    <p:sldLayoutId id="2147483729" r:id="rId31"/>
    <p:sldLayoutId id="2147483730" r:id="rId32"/>
    <p:sldLayoutId id="2147483731" r:id="rId33"/>
    <p:sldLayoutId id="2147483732" r:id="rId34"/>
    <p:sldLayoutId id="2147483733" r:id="rId35"/>
    <p:sldLayoutId id="2147483734" r:id="rId36"/>
    <p:sldLayoutId id="2147483735" r:id="rId37"/>
    <p:sldLayoutId id="2147483736" r:id="rId38"/>
    <p:sldLayoutId id="2147483737" r:id="rId39"/>
    <p:sldLayoutId id="2147483738" r:id="rId40"/>
    <p:sldLayoutId id="2147483739" r:id="rId41"/>
    <p:sldLayoutId id="2147483740" r:id="rId42"/>
    <p:sldLayoutId id="2147483741" r:id="rId43"/>
    <p:sldLayoutId id="2147483742" r:id="rId44"/>
    <p:sldLayoutId id="2147483743" r:id="rId45"/>
    <p:sldLayoutId id="2147483744" r:id="rId46"/>
    <p:sldLayoutId id="2147483745" r:id="rId47"/>
    <p:sldLayoutId id="2147483746" r:id="rId48"/>
    <p:sldLayoutId id="2147483747" r:id="rId4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nalog.com/media/en/technical-documentation/data-sheets/DS18B20.pdf" TargetMode="External"/><Relationship Id="rId2" Type="http://schemas.openxmlformats.org/officeDocument/2006/relationships/hyperlink" Target="http://www.sparkfun.com/products/9836" TargetMode="External"/><Relationship Id="rId1" Type="http://schemas.openxmlformats.org/officeDocument/2006/relationships/slideLayout" Target="../slideLayouts/slideLayout8.xml"/><Relationship Id="rId6" Type="http://schemas.openxmlformats.org/officeDocument/2006/relationships/hyperlink" Target="http://www.arduino.cc/reference/en/libraries/sd" TargetMode="External"/><Relationship Id="rId5" Type="http://schemas.openxmlformats.org/officeDocument/2006/relationships/hyperlink" Target="http://www.energizer.com/batteries/energizer-ultimate-lithium-batteries" TargetMode="External"/><Relationship Id="rId4" Type="http://schemas.openxmlformats.org/officeDocument/2006/relationships/hyperlink" Target="http://www.sparkfun.com/products/1374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04B9F-5338-D387-0639-BBA2DD80B3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>
            <a:normAutofit/>
          </a:bodyPr>
          <a:lstStyle/>
          <a:p>
            <a:r>
              <a:rPr lang="en-US" dirty="0"/>
              <a:t>Final Project EML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BD082F-4895-176E-77A7-EFE3B66349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>
            <a:normAutofit/>
          </a:bodyPr>
          <a:lstStyle/>
          <a:p>
            <a:r>
              <a:rPr lang="en-US" dirty="0"/>
              <a:t>By Omar Azzawi</a:t>
            </a:r>
          </a:p>
        </p:txBody>
      </p:sp>
      <p:pic>
        <p:nvPicPr>
          <p:cNvPr id="5" name="Picture 4" descr="How Does A Computer Circuit Board Work?">
            <a:extLst>
              <a:ext uri="{FF2B5EF4-FFF2-40B4-BE49-F238E27FC236}">
                <a16:creationId xmlns:a16="http://schemas.microsoft.com/office/drawing/2014/main" id="{18277EB3-8620-5346-3AE7-3223583948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237" b="9054"/>
          <a:stretch>
            <a:fillRect/>
          </a:stretch>
        </p:blipFill>
        <p:spPr>
          <a:xfrm>
            <a:off x="20" y="10"/>
            <a:ext cx="12191979" cy="498641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99437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1022C-3E5E-173F-9B29-19743FE015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5295330"/>
            <a:ext cx="2844193" cy="1078037"/>
          </a:xfrm>
        </p:spPr>
        <p:txBody>
          <a:bodyPr anchor="b">
            <a:normAutofit fontScale="90000"/>
          </a:bodyPr>
          <a:lstStyle/>
          <a:p>
            <a:r>
              <a:rPr lang="en-US" dirty="0"/>
              <a:t>Goals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4F6453-62B8-B385-501B-7F139E503536}"/>
              </a:ext>
            </a:extLst>
          </p:cNvPr>
          <p:cNvSpPr txBox="1"/>
          <p:nvPr/>
        </p:nvSpPr>
        <p:spPr>
          <a:xfrm>
            <a:off x="228014" y="1538784"/>
            <a:ext cx="1173597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Identify the sensors used in an existing </a:t>
            </a:r>
            <a:r>
              <a:rPr lang="en-US" dirty="0" err="1"/>
              <a:t>HiBall</a:t>
            </a:r>
            <a:r>
              <a:rPr lang="en-US" dirty="0"/>
              <a:t> balloon payload by analyzing slide and module materials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Reverse engineer the schematic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Recreate the PCB design in </a:t>
            </a:r>
            <a:r>
              <a:rPr lang="en-US" dirty="0" err="1"/>
              <a:t>KiCad</a:t>
            </a:r>
            <a:r>
              <a:rPr lang="en-US" dirty="0"/>
              <a:t> from scratch based on the reverse-engineered schematic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Keep budget below $147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Apply what we learned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964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BF2A6-FFA2-DB5B-A45B-23FF0487DE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5183840"/>
            <a:ext cx="6886239" cy="1189527"/>
          </a:xfrm>
        </p:spPr>
        <p:txBody>
          <a:bodyPr/>
          <a:lstStyle/>
          <a:p>
            <a:r>
              <a:rPr lang="en-US" dirty="0"/>
              <a:t>Block Diagram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5DBC34-6571-A14A-6A18-E3DB1E572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2881" y="121023"/>
            <a:ext cx="6886238" cy="5132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510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00C09-E0E0-11D0-6A49-589386A467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6696B2-1DCB-5C07-623F-670C1BEE9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51" y="626399"/>
            <a:ext cx="5062818" cy="32860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2251FEB-7C29-A059-C849-663FDA1B53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3743" y="611841"/>
            <a:ext cx="6849441" cy="33006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44E63EB-7A09-6893-6638-F8BBBA1483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287724"/>
            <a:ext cx="12192000" cy="814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19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04A21-A522-271D-73F5-B96D4B5ED5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Power Budget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5D1914-64D9-5FD6-054B-399BF9673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031" y="297581"/>
            <a:ext cx="5375655" cy="464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803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E3552-7F74-480F-E07D-84090248C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5015752"/>
            <a:ext cx="5333104" cy="1357615"/>
          </a:xfrm>
        </p:spPr>
        <p:txBody>
          <a:bodyPr/>
          <a:lstStyle/>
          <a:p>
            <a:r>
              <a:rPr lang="en-US" dirty="0"/>
              <a:t>Schematic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AD0528-55E4-ADBA-5B2A-19296E7C1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789" y="539826"/>
            <a:ext cx="6274133" cy="43097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051501-8A0A-6B6E-56A9-18CDB45A44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1661" y="539826"/>
            <a:ext cx="5171738" cy="4309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349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A97ED-703B-3ED1-DE2D-FF4887EF6C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PCB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2D0816-6038-E685-079A-13C8A3E04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0005" y="1737949"/>
            <a:ext cx="2957926" cy="26054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74CE1D1-AEBB-FB13-0998-68ACE63F9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737948"/>
            <a:ext cx="3508054" cy="26054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4314509-9D06-E552-1B35-6623DECF9E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1737947"/>
            <a:ext cx="3797689" cy="2605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876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D254E-D18D-EB62-9F5E-D3DA31CDDA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Refrences</a:t>
            </a:r>
            <a:r>
              <a:rPr lang="en-US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A87899-857C-BC0D-642B-2819C248D35B}"/>
              </a:ext>
            </a:extLst>
          </p:cNvPr>
          <p:cNvSpPr txBox="1"/>
          <p:nvPr/>
        </p:nvSpPr>
        <p:spPr>
          <a:xfrm>
            <a:off x="53789" y="161466"/>
            <a:ext cx="11956242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Arduino. "Arduino UNO R3." Arduino Store, 2024, store.arduino.cc/products/arduino-uno-rev3.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Adafruit Industries. "Adafruit BME280 I2C or SPI Temperature Humidity Pressure Sensor." Adafruit Learning System, 2024, learn.adafruit.com/adafruit-bme280-humidity-barometric-pressure-temperature-sensor-breakout.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SparkFun</a:t>
            </a:r>
            <a:r>
              <a:rPr lang="en-US" sz="1400" dirty="0"/>
              <a:t> Electronics. "</a:t>
            </a:r>
            <a:r>
              <a:rPr lang="en-US" sz="1400" dirty="0" err="1"/>
              <a:t>SparkFun</a:t>
            </a:r>
            <a:r>
              <a:rPr lang="en-US" sz="1400" dirty="0"/>
              <a:t> Triple Axis Accelerometer Breakout - ADXL345 (SEN-09836)." </a:t>
            </a:r>
            <a:r>
              <a:rPr lang="en-US" sz="1400" dirty="0" err="1"/>
              <a:t>SparkFun</a:t>
            </a:r>
            <a:r>
              <a:rPr lang="en-US" sz="1400" dirty="0"/>
              <a:t> Electronics, 2024, </a:t>
            </a:r>
            <a:r>
              <a:rPr lang="en-US" sz="1400" dirty="0">
                <a:hlinkClick r:id="rId2"/>
              </a:rPr>
              <a:t>www.sparkfun.com/products/9836</a:t>
            </a:r>
            <a:r>
              <a:rPr lang="en-US" sz="14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Maxim Integrated. "DS18B20 Programmable Resolution 1-Wire Digital Thermometer. Datasheet." Analog Devices, 2019, </a:t>
            </a:r>
            <a:r>
              <a:rPr lang="en-US" sz="1400" dirty="0">
                <a:hlinkClick r:id="rId3"/>
              </a:rPr>
              <a:t>www.analog.com/media/en/technical-documentation/data-sheets/DS18B20.pdf</a:t>
            </a:r>
            <a:r>
              <a:rPr lang="en-US" sz="14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SparkFun</a:t>
            </a:r>
            <a:r>
              <a:rPr lang="en-US" sz="1400" dirty="0"/>
              <a:t> Electronics. "</a:t>
            </a:r>
            <a:r>
              <a:rPr lang="en-US" sz="1400" dirty="0" err="1"/>
              <a:t>SparkFun</a:t>
            </a:r>
            <a:r>
              <a:rPr lang="en-US" sz="1400" dirty="0"/>
              <a:t> Level Shifting microSD Breakout (DEV-13743)." </a:t>
            </a:r>
            <a:r>
              <a:rPr lang="en-US" sz="1400" dirty="0" err="1"/>
              <a:t>SparkFun</a:t>
            </a:r>
            <a:r>
              <a:rPr lang="en-US" sz="1400" dirty="0"/>
              <a:t> Electronics, 2024, </a:t>
            </a:r>
            <a:r>
              <a:rPr lang="en-US" sz="1400" dirty="0">
                <a:hlinkClick r:id="rId4"/>
              </a:rPr>
              <a:t>www.sparkfun.com/products/13743</a:t>
            </a:r>
            <a:r>
              <a:rPr lang="en-US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Energizer Holdings. "Energizer L522 9V Ultimate Lithium Battery Datasheet." Energizer, 2023, </a:t>
            </a:r>
            <a:r>
              <a:rPr lang="en-US" sz="1400" dirty="0">
                <a:hlinkClick r:id="rId5"/>
              </a:rPr>
              <a:t>www.energizer.com/batteries/energizer-ultimate-lithium-batteries</a:t>
            </a:r>
            <a:r>
              <a:rPr lang="en-US" sz="14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OSH Park. "2 Layer Boards." OSH Park, 2024, oshpark.com/</a:t>
            </a:r>
            <a:r>
              <a:rPr lang="en-US" sz="1400" dirty="0" err="1"/>
              <a:t>shared_projects</a:t>
            </a:r>
            <a:r>
              <a:rPr lang="en-US" sz="14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Stoffregen, Paul, and Tom Pollard. "</a:t>
            </a:r>
            <a:r>
              <a:rPr lang="en-US" sz="1400" dirty="0" err="1"/>
              <a:t>OneWire</a:t>
            </a:r>
            <a:r>
              <a:rPr lang="en-US" sz="1400" dirty="0"/>
              <a:t> Arduino Library." GitHub, 2024, github.com/</a:t>
            </a:r>
            <a:r>
              <a:rPr lang="en-US" sz="1400" dirty="0" err="1"/>
              <a:t>PaulStoffregen</a:t>
            </a:r>
            <a:r>
              <a:rPr lang="en-US" sz="1400" dirty="0"/>
              <a:t>/</a:t>
            </a:r>
            <a:r>
              <a:rPr lang="en-US" sz="1400" dirty="0" err="1"/>
              <a:t>OneWire</a:t>
            </a:r>
            <a:r>
              <a:rPr lang="en-US" sz="1400" dirty="0"/>
              <a:t>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Miles Burton et al. "Arduino-Temperature-Control-Library." GitHub, 2024, github.com/</a:t>
            </a:r>
            <a:r>
              <a:rPr lang="en-US" sz="1400" dirty="0" err="1"/>
              <a:t>milesburton</a:t>
            </a:r>
            <a:r>
              <a:rPr lang="en-US" sz="1400" dirty="0"/>
              <a:t>/Arduino-Temperature-Control-Library.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Adafruit Industries. "Adafruit BME280 Library." GitHub, 2024, github.com/</a:t>
            </a:r>
            <a:r>
              <a:rPr lang="en-US" sz="1600" dirty="0" err="1"/>
              <a:t>adafruit</a:t>
            </a:r>
            <a:r>
              <a:rPr lang="en-US" sz="1600" dirty="0"/>
              <a:t>/Adafruit_BME280_Library.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Arduino. "SD Library for Arduino." Arduino Reference, 2024, </a:t>
            </a:r>
            <a:r>
              <a:rPr lang="en-US" sz="1400" dirty="0">
                <a:hlinkClick r:id="rId6"/>
              </a:rPr>
              <a:t>www.arduino.cc/reference/en/libraries/sd</a:t>
            </a:r>
            <a:r>
              <a:rPr lang="en-US" sz="14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HiBall</a:t>
            </a:r>
            <a:r>
              <a:rPr lang="en-US" sz="1400" dirty="0"/>
              <a:t>/</a:t>
            </a:r>
            <a:r>
              <a:rPr lang="en-US" sz="1400" dirty="0" err="1"/>
              <a:t>DemoSat</a:t>
            </a:r>
            <a:r>
              <a:rPr lang="en-US" sz="1400" dirty="0"/>
              <a:t> Workshop. "Balloon Payload Design Slides." Workshop Materials, 2024.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Anthropic. "Claude Sonnet 4.6." Anthropic, 2026, claude.ai. AI language model used for schematic reverse engineering, BOM generation, block diagram design, power budget analysis, and document creation.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333363690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D43F4A-02D5-42AD-9542-27487597C212}" vid="{14154C61-C2E2-42F2-9833-4EC39495D4C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398</Words>
  <Application>Microsoft Office PowerPoint</Application>
  <PresentationFormat>Widescreen</PresentationFormat>
  <Paragraphs>35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Neue Haas Grotesk Text Pro</vt:lpstr>
      <vt:lpstr>Helena</vt:lpstr>
      <vt:lpstr>Final Project EML</vt:lpstr>
      <vt:lpstr>Goals</vt:lpstr>
      <vt:lpstr>Block Diagram</vt:lpstr>
      <vt:lpstr>BOM</vt:lpstr>
      <vt:lpstr>Power Budget</vt:lpstr>
      <vt:lpstr>Schematic</vt:lpstr>
      <vt:lpstr>PCB</vt:lpstr>
      <vt:lpstr>Refrences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omar azzawi</dc:creator>
  <cp:lastModifiedBy>omar azzawi</cp:lastModifiedBy>
  <cp:revision>1</cp:revision>
  <dcterms:created xsi:type="dcterms:W3CDTF">2026-03-12T22:29:14Z</dcterms:created>
  <dcterms:modified xsi:type="dcterms:W3CDTF">2026-03-12T23:43:36Z</dcterms:modified>
</cp:coreProperties>
</file>